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Титульный слайд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Название проекта</a:t>
            </a:r>
          </a:p>
          <a:p>
            <a:pPr>
              <a:defRPr sz="1800"/>
            </a:pPr>
            <a:r>
              <a:t>Автор: Ваше имя</a:t>
            </a:r>
          </a:p>
          <a:p>
            <a:pPr>
              <a:defRPr sz="1800"/>
            </a:pPr>
            <a:r>
              <a:t>Дата: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Введение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Краткое описание проекта и его цели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Актуальность и мотивация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Почему этот проект важен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Цели и задачи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Основные цели и задачи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Архитектура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Обзор структуры</a:t>
            </a:r>
          </a:p>
          <a:p>
            <a:pPr>
              <a:defRPr sz="1800"/>
            </a:pPr>
            <a:r>
              <a:t>Используемые технологии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Модели данных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Основные модели и их связи</a:t>
            </a:r>
          </a:p>
          <a:p>
            <a:pPr>
              <a:defRPr sz="1800"/>
            </a:pPr>
            <a:r>
              <a:t>Диаграмма моделей (my_project_models.dot)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Основные функции и возможности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Описание ключевых функций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Интерфейс пользователя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Примеры страниц и скриншоты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Работа с базой данных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Описание базы данных</a:t>
            </a:r>
          </a:p>
          <a:p>
            <a:pPr>
              <a:defRPr sz="1800"/>
            </a:pPr>
            <a:r>
              <a:t>Миграции и связи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и сериализация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Описание API, если есть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Тестирование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Покрытие тестами</a:t>
            </a:r>
          </a:p>
          <a:p>
            <a:pPr>
              <a:defRPr sz="1800"/>
            </a:pPr>
            <a:r>
              <a:t>Типы тестов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Безопасность и аутентификация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Механизмы безопасности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Развертывание и настройка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Как развернуть проект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Проблемы и решения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Основные трудности и их решения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Результаты и достижения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Что было достигнуто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Планы на будущее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Планы по развитию проекта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Краткое резюме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Вопросы и ответы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Готов ответить на вопросы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